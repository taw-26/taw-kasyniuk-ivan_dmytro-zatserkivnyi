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21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Backend API</c:v>
                  </c:pt>
                  <c:pt idx="1">
                    <c:v>Frontend UI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421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502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793242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Bazarek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3504" y="2395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Inteligentny system ogłoszeń lokalnych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3504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Kasyniuk</a:t>
            </a:r>
            <a:pPr indent="0" marL="0">
              <a:buNone/>
            </a:pPr>
            <a:r>
              <a:rPr lang="en-US" sz="1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37696        </a:t>
            </a:r>
            <a:pPr indent="0" marL="0">
              <a:buNone/>
            </a:pPr>
            <a:r>
              <a:rPr lang="en-US" sz="1500" b="1" dirty="0">
                <a:solidFill>
                  <a:srgbClr val="C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Zatserkivnyi</a:t>
            </a:r>
            <a:pPr indent="0" marL="0">
              <a:buNone/>
            </a:pPr>
            <a:r>
              <a:rPr lang="en-US" sz="1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37751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3639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Aplikacji Webowych II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" y="4224528"/>
            <a:ext cx="3246120" cy="502920"/>
          </a:xfrm>
          <a:prstGeom prst="roundRect">
            <a:avLst>
              <a:gd name="adj" fmla="val 49091"/>
            </a:avLst>
          </a:prstGeom>
          <a:solidFill>
            <a:srgbClr val="0F4A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42245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 żywo:   </a:t>
            </a:r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bazarek-taw.onrender.com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 i zakres projektu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Pełnofunkcyjna platforma ogłoszeń lokalnych (jak OLX) zbudowana w architekturze SPA + REST API, wdrożona produkcyjnie.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47088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48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Ogłoszenia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4140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Dodawanie, edycja, galeria zdjęć, wyszukiwanie, filtry, sortowanie i paginacja.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847088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2048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Konta i bezpieczeństwo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64608" y="24140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JWT, weryfikacja e-mail, reset hasła, role użytkowników.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19856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21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Komunikacja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39867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Czat 1-na-1, intencja „Chcę kupić”, licznik nieprzeczytanych, ulubione.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3419856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3621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Administracja i wdrożenie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64608" y="39867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admina, monitoring oraz wdrożenie produkcyjne na Render.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technologiczny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4081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335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+ Signals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OnPush change detection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RxJS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4081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335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1901952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rate-limit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(logi JSON)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4081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693408" y="1335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Dane i wdrożenie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1901952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(render.yaml)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web-service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(testy)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systemu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Przeglądarka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8368" y="20208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(signals, Material)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D9488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47288" y="20208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 ·  JWT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 danych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36208" y="20208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(Mongoose)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17520" y="2103120"/>
            <a:ext cx="3200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06440" y="2103120"/>
            <a:ext cx="3200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697480" y="1124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0" y="1124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Wdrożenie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52958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web-service Render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 API pod jednym originem (same-origin)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deploy z gałęzi main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035808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61888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 i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61888" y="3511296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15 min + refresh httpOnly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w interceptorze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pino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Bezpieczeństwo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36245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80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Tokeny JWT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911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15 min + refresh w httpOnly cookie (7 dni), rotacja przy logowaniu.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143000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36245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42232" y="1380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Auto-refresh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911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cicho odnawia token przy 401 — bez pętli powtórzeń.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143000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3952" y="136245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362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4304" y="138074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1911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Nagłówki CSP, HSTS, X-Frame-Options, X-Content-Type-Options.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12724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10 prób logowania / rejestracji na 15 minut.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907792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11880" y="312724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42232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Prywatność danych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1188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sprzedawcy tylko dla zalogowanych; e-mail ukryty publicznie.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72784" y="2907792"/>
            <a:ext cx="2624328" cy="1572768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312724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04304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Walidacja i role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73952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ObjectId, hasła bcrypt, ochrona admina przed samousunięciem.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Jakość i monitoring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automatycznych (Jest)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integracyjnych API + 11 komponentów UI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395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/health · /metrics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endpointy monitoringu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bazy, uptime, metryki Prometheus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strukturalne logi JSON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wykrywanie wolnych żądań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1887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1F8F7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Pokrycie testami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892040" y="1691640"/>
          <a:ext cx="3611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Demonstracja działania (na żywo)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207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główna: wyszukiwanie, filtry i kategorie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38928" y="1207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Szczegóły ogłoszenia z galerią zdjęć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020824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1993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i dodanie ogłoszenia (walidacja zdjęć)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020824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38928" y="1993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Oznaczenie jako sprzedane i przywrócenie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2779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Czat „Chcę kupić”, auto-odpowiedź, ulubione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80720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38928" y="2779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ciemny oraz panel administratora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48840" y="4160520"/>
            <a:ext cx="4846320" cy="566928"/>
          </a:xfrm>
          <a:prstGeom prst="roundRect">
            <a:avLst>
              <a:gd name="adj" fmla="val 50000"/>
            </a:avLst>
          </a:prstGeom>
          <a:solidFill>
            <a:srgbClr val="0B3B36"/>
          </a:solidFill>
          <a:ln/>
        </p:spPr>
      </p:sp>
      <p:sp>
        <p:nvSpPr>
          <p:cNvPr id="24" name="Text 22"/>
          <p:cNvSpPr/>
          <p:nvPr/>
        </p:nvSpPr>
        <p:spPr>
          <a:xfrm>
            <a:off x="2148840" y="41605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  </a:t>
            </a:r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https://bazarek-taw.onrender.com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Wyzwania: bezpieczeństwo i sesje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Sesje JWT i bezpieczne cookie (HTTPS)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Rotacja refresh tokenu + auto-refresh w interceptorze bez pętli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Nagłówki bezpieczeństwa i konfiguracja CORS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717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(CSP, HSTS) oraz lista dozwolonych originów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 sprzedawcy widoczny publicznie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Udostępniany tylko zalogowanym — ochrona przed scrapingiem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mógł usunąć lub zdegradować samego siebie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3717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Blokada operacji administratora na własnym koncie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 funkcji „nie pamiętam hasła”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reset przez token ważny 1 godzinę, z unieważnieniem sesji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5663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 zewnętrznego dostawcy e-mail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3717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weryfikacji i resetu generowany w logach backendu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Wyzwania: funkcje i dane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Zdjęcia jako data URL w MongoDB — wolne odpowiedzi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5 × 2 MB po stronie klienta i serwera; limit udokumentowany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Ulubione gościa ginęły po zalogowaniu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717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Scalanie (merge) ulubionych z localStorage do konta przy logowaniu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Nie można było cofnąć oznaczenia „sprzedane”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Przywracanie ogłoszenia jako aktywne (mark-active)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Auto-odpowiedź podszywała się pod użytkownika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3717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Wyraźne oznaczenie wiadomości jako „Automatyczna odpowiedź”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Darmowy Render usypia (~50 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Zewnętrzny monitor dostępności (UptimeRobot) + endpoint /health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5663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Niespójna i niepełna dokumentacja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3717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Uzupełnienie README oraz docs (monitoring, API, testy)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10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Wyzwania: UX, dostępność i jakość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55280" y="310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B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Motyw nie utrzymywał się po odświeżeniu (F5)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ThemeService ustawia motyw przed startem aplikacji, bez migotania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53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56632" y="1216152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Zdublowana logika motywu w komponentach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7176" y="166420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serwis + przełącznik trybu ciemnego w nagłówku aplikacji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Walidacja zdjęć dopiero przy zapisie formularza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już przy wyborze pliku + czytelne podpowiedzi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04288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5603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2423160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Strefa dodawania zdjęć niedostępna z klawiatury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37176" y="287121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role/tabindex, obsługa Enter/Space oraz widoczny focus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Zbyt niski kontrast tekstów pomocniczych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Podniesienie kolorów do poziomu WCAG AA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511296"/>
            <a:ext cx="39776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6E3"/>
            </a:solidFill>
            <a:prstDash val="solid"/>
          </a:ln>
          <a:effectLst>
            <a:outerShdw sx="100000" sy="100000" kx="0" ky="0" algn="bl" rotWithShape="0" blurRad="88900" dist="25400" dir="8100000">
              <a:srgbClr val="0B3B3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376732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56632" y="3630168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Kolizja przycisku admina z plakietką „Sprzedane”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37176" y="4078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Repozycjonowanie elementów + przygaszenie sprzedanych kart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" cy="384048"/>
          </a:xfrm>
          <a:prstGeom prst="roundRect">
            <a:avLst>
              <a:gd name="adj" fmla="val 23529"/>
            </a:avLst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pełni działająca aplikacja wdrożona produkcyjnie na Render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testów automatycznych — wszystkie zielone, build produkcyjny OK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(JWT, helmet, rate-limit) i monitoring (Prometheus, Grafana, pino)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dokumentacja: README, docs/production.md, docs/monitoring.md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3504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Możliwe rozszerzenia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3456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na zdjęcia (Cloudinary)   ·   realny e-mail (SMTP)   ·   czat w czasie rzeczywistym (WebSocket)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4069080"/>
            <a:ext cx="7955280" cy="0"/>
          </a:xfrm>
          <a:prstGeom prst="line">
            <a:avLst/>
          </a:prstGeom>
          <a:noFill/>
          <a:ln w="12700">
            <a:solidFill>
              <a:srgbClr val="1C5A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Dziękujemy za uwagę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bazarek-taw.onrender.com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Bazarek - prezentacja projektu</dc:title>
  <dc:subject>PptxGenJS Presentation</dc:subject>
  <dc:creator>Ivan Kasyniuk, Dmytro Zatserkivnyi</dc:creator>
  <cp:lastModifiedBy>Ivan Kasyniuk, Dmytro Zatserkivnyi</cp:lastModifiedBy>
  <cp:revision>1</cp:revision>
  <dcterms:created xsi:type="dcterms:W3CDTF">2026-06-14T00:02:42Z</dcterms:created>
  <dcterms:modified xsi:type="dcterms:W3CDTF">2026-06-14T00:02:42Z</dcterms:modified>
</cp:coreProperties>
</file>